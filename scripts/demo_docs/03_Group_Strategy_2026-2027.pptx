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2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Seekra Media Holdings — Group Strategy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Group revenue target: AED 1.05 billion by FY2027 (from AED 880M in FY2025)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EBITDA margin expansion: 22% to 26% via shared services consolidation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Headcount growth: 612 to 780 FTEs across four subsidiaries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Three strategic pillars: Content Leadership, Operational Excellence, Regional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Content Leadership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Produce 4 feature films and 2 documentary series per year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Build Seekra Originals IP library — target 12 owned titles by end of 2027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Establish Seekra Films as the #1 Arabic-language feature film studio in the GCC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Partnership pipeline: Netflix MENA, StarzPlay, Shahid, OSN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Operational Excellence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Consolidate post-production at Seekra Studios Jebel Ali facility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Implement AI-driven content intelligence platform (Seekra internal deployment)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Reduce average film post-production cycle from 18 weeks to 12 weeks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Shared services: HR, Finance, Legal, IT — AED 14M annual savings target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Regional Expansion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Open Seekra Creative Riyadh office (Q1 2027) — Saudi Vision 2030 opportunity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Acquire 51% stake in Arabian Post House (VFX) — board approved Q3 2026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Evaluate Egyptian content production partnership (Cairo) — feasibility Q4 2026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Broadcast streaming launch: Q3 2027 — Seekra Play OTT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Financial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FY2026E: Revenue AED 920M, EBITDA AED 200M, Net Debt/EBITDA 1.8x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FY2027E: Revenue AED 1,050M, EBITDA AED 273M, Net Debt/EBITDA 1.4x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Capex plan: AED 95M over 2 years (Studios expansion + OTT platform)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Funding: 60% operating cash flow, 25% project finance, 15% strategic investor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Key Risks &amp;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Talent retention: Implement long-term incentive plan (LTIP) Q4 2026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Content piracy: Blockchain watermarking + legal enforcement unit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Regulatory changes: Active engagement with UAE Media Council and DCD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FX exposure: 75% of revenue in AED; natural hedge on USD-denominated capex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2991"/>
                </a:solidFill>
                <a:latin typeface="Calibri"/>
              </a:rPr>
              <a:t>Approval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47120" cy="25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Board approval requested: 15 September 2026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Detailed FY2026 operating plans due: 30 October 2026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FY2027 operating plans due: 30 March 2027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82030"/>
                </a:solidFill>
                <a:latin typeface="Calibri"/>
              </a:rPr>
              <a:t>- Quarterly strategy review at each board meeting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