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C2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See Dubai Differently — Pitch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C2991"/>
                </a:solidFill>
                <a:latin typeface="Calibri"/>
              </a:rPr>
              <a:t>The Insight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47120" cy="254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Dubai is marketed as a luxury destination.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But 67% of under-35 travelers say luxury marketing turns them off.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They want authenticity. They want to discover.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Dubai has more authentic creative energy than any city in the region.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We just never showed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C2991"/>
                </a:solidFill>
                <a:latin typeface="Calibri"/>
              </a:rPr>
              <a:t>The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47120" cy="254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Stop selling Dubai as luxury.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Start showing Dubai as the only city where you can: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  — surf at dawn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  — ride a horse through a desert sunset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  — edit a film at midnight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  — all in the same day, all within 45 minutes of each other.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Three characters. Three ordinary people. Three extraordinary days.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C2991"/>
                </a:solidFill>
                <a:latin typeface="Calibri"/>
              </a:rPr>
              <a:t>The Films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47120" cy="254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Hero Film 1: The Surfer — Kite Beach, 5:30 AM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Hero Film 2: The Rider — Al Marmoom Desert, 6:15 PM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Hero Film 3: The Editor — Alserkal Avenue, 11:42 PM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Each 60 seconds. Each cut to a 30s and 15s for digital.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Cross-cut between character and city — the city is the second protagonist.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C2991"/>
                </a:solidFill>
                <a:latin typeface="Calibri"/>
              </a:rPr>
              <a:t>The Talent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47120" cy="254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Director: Nora Al Suwaidi (Emirati, 32, rising star)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DP: Marco Beltrami (Italian, Dubai-based, 12 years in region)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Cast: 3 leads + 60 background — all UAE residents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Crew: 80% UAE-based talent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We are not bringing in a foreign eye. We are showing ours.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C2991"/>
                </a:solidFill>
                <a:latin typeface="Calibri"/>
              </a:rPr>
              <a:t>The Distribution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47120" cy="254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TV: OSN, Shahid, MBC — 8-week run, primetime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Digital: YouTube pre-roll, TikTok, Instagram Reels, Snapchat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OOH: Dubai Mall, City Walk, Mall of the Emirates, metro stations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Experiential: 3 pop-up photo installations in July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PR: Launch event + influencer partnerships (15 macro, 80 micro)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C2991"/>
                </a:solidFill>
                <a:latin typeface="Calibri"/>
              </a:rPr>
              <a:t>The Numbers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47120" cy="254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Total campaign budget: AED 6.8M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  — Creative production: AED 2.4M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  — Media buy: AED 3.6M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  — Experiential + PR: AED 0.8M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Forecast reach: 18M unique (GCC + EU + South Asia)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Forecast video completions: 2.5M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Forecast brand lift: +15 points on Dubai = creative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C2991"/>
                </a:solidFill>
                <a:latin typeface="Calibri"/>
              </a:rPr>
              <a:t>Why Seekra Creative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47120" cy="254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We are Dubai-based. We know the city.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We have the production muscle (Seekra Studios post-production in-house).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We have the broadcast reach (Seekra Broadcast distribution).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We are the only agency in the region that can shoot, edit, and air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  a campaign without a single external vendor.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And we believe in this story.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