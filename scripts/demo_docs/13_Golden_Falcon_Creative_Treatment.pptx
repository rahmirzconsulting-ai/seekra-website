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2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Project Golden Falcon — Creative Treatment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Logline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When his estranged brother abducts the last heir of a forbidden Bedouin bloodline,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a former antiquities detective must wield a 400-year-old brass telescope —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the only artifact that can reveal the truth across the desert — to bring her home.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Genre: Arabic Heritage Thriller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Tone: Sicario meets Lawrence of Arabia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Runtime: 128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Themes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Heritage vs. modernity — the telescope as a bridge between worlds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Family loyalty tested by ambition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The price of memory — what we owe to those who came before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The falcon as metaphor: vision, freedom, sacrifice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Tone &amp; Visual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Palette: desert gold, oxblood, deep teal, charcoal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Aspect ratio: 2.39:1 anamorphic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Lighting: naturalistic; candlelight for ritual scenes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Camera: long lenses for the desert vistas; handheld intimacy for interiors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Sound design: sparse score, layered with traditional oud and contemporary synth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Comparable Titles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Theeb (2014) — Jordanian Oscar nominee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Sicario (2015) — modern thriller pacing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The Kite Runner (2007) — heritage + personal journey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A Hologram for the King (2016) — Saudi setting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Target Audience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Primary: Arabic-speaking adults 25-54 across GCC, MENA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Secondary: International art-house audiences via festival circuit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Streaming: Netflix MENA, StarzPlay, Shahid Originals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Theatrical: GCC-wide day-and-date release 18 Dec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Cast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Tarik (lead): Egyptian-Gulf actor, 35-45, name talent required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Yousef (antagonist): Emirati, 40-50, gravitas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The Young Woman: GCC or North African, 20-28, bilingual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Supporting: 8-10 named roles; 200+ background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Principal: Jebel Jais, Ras Al Khaimah (desert sequences)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Al Fahidi Historic District, Dubai (Tarik home)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Mira Studios soundstage (caravanserai interior — Scene 12)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Liwa Desert (final act — 4 days)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Budget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Above-the-line: AED 14.2M (cast, director, writer, producer fees)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Below-the-line: AED 26.8M (crew, equipment, locations, post)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VFX: AED 5.2M (Scene 12 telescope effect + 14 augmentation shots)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Contingency: AED 2.0M (approved Q3 board)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Total: AED 48.2M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Revenue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Theatrical GCC: AED 32-45M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Netflix MENA pre-sale: AED 18M (closed)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StarzPlay: AED 6M (closed)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International sales: AED 8-15M (in negotiation)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Total projected revenue: AED 64-84M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